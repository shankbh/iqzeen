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097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6309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IQZeen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6309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 Iqra Zeenat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30730"/>
            <a:ext cx="9144000" cy="18288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24307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59E0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IQZeen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0960" y="33451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Next-Generation Restaurant Management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-76200" y="40614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&amp; Presented by: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Iqra Zeenat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The Problem in Modern Dining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7160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restaurants suffer from massive inefficiencies:
</a:t>
            </a:r>
            <a:r>
              <a:rPr lang="en-US" sz="18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Slow Ordering: Waiting for waiters causes delays and frustration.
• Disconnected Kitchens: Paper tickets get lost, causing order errors.
• Poor Analytics: Owners lack real-time data to make smart business decisions.
• Messy Group Dining: Friends struggle to combine orders into one table bill.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Our Solution: IQZeen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73380" y="1668780"/>
            <a:ext cx="2560320" cy="3017520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44780" y="18364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Scan &amp; Order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58699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QR-based digital menus for zero-wait ordering.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668780"/>
            <a:ext cx="2602230" cy="3086100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173730" y="18059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Group Sync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89960" y="274320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WebSockets sync all phones at the same table in real-time.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12230" y="1668780"/>
            <a:ext cx="2541270" cy="3086100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02680" y="1783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Live KDS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21780" y="2743200"/>
            <a:ext cx="20650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instantly appear on the Kitchen Display System without refreshing.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356" y="353474"/>
            <a:ext cx="8100749" cy="656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7356" y="1267874"/>
            <a:ext cx="1215112" cy="45719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7356" y="1725074"/>
            <a:ext cx="5670524" cy="26259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9E0B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Frontend:
</a:t>
            </a:r>
            <a:r>
              <a:rPr lang="en-US" sz="18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15, React 19, Tailwind CSS, Lucide Icons
</a:t>
            </a:r>
            <a:r>
              <a:rPr lang="en-US" sz="2200" dirty="0">
                <a:solidFill>
                  <a:srgbClr val="F59E0B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Backend:
</a:t>
            </a:r>
            <a:r>
              <a:rPr lang="en-US" sz="18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NestJS (Node.js framework), Socket.io
</a:t>
            </a:r>
            <a:r>
              <a:rPr lang="en-US" sz="2200" dirty="0">
                <a:solidFill>
                  <a:srgbClr val="F59E0B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Database &amp; ORM:
</a:t>
            </a:r>
            <a:r>
              <a:rPr lang="en-US" sz="18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(hosted on Supabase), Prisma ORM
</a:t>
            </a:r>
            <a:r>
              <a:rPr lang="en-US" sz="2200" dirty="0">
                <a:solidFill>
                  <a:srgbClr val="F59E0B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Deployment:
</a:t>
            </a:r>
            <a:r>
              <a:rPr lang="en-US" sz="18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(Frontend) &amp; Render (Backend API)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76345" y="1725074"/>
            <a:ext cx="3240299" cy="1969460"/>
          </a:xfrm>
          <a:prstGeom prst="rect">
            <a:avLst/>
          </a:prstGeom>
          <a:solidFill>
            <a:srgbClr val="151515"/>
          </a:solidFill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73802" y="1725074"/>
            <a:ext cx="2645384" cy="1969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 Architecture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&lt;--&gt; Next.js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&lt;--&gt; NestJS API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NestJS &lt;--&gt; PostgreSQL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WebSockets for Real-time events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Customer View: Digital Menu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Features: High-quality imagery, glassmorphic UI, real-time shared cart.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85900"/>
            <a:ext cx="6461760" cy="3482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Owner Terminal: Kitchen Display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7160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Features: Live order synchronization, Kanban-style status tracking.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" y="16459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506537-0C7E-5250-E1FD-EE36E037A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55520"/>
            <a:ext cx="5897880" cy="26830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Business Analytics &amp; Reporting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Features: Revenue tracking, order history ledger, top selling items visualizer.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DD2226-3F4B-51CB-06DF-89086FD32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2331720"/>
            <a:ext cx="6789420" cy="2712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7160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2900" y="956310"/>
            <a:ext cx="83439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AI-Powered Recommendations: Suggesting sides and drinks based on ML models.
• Integrated Payment Gateways: Direct checkout via Stripe/Razorpay on phone.
• Inventory Management: Auto-deducting stock when dishes are ordered.
• Waiter Call Button: Notifying staff via smartwatches instantly.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Demo: iqzeen.vercel.app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331</Words>
  <Application>Microsoft Office PowerPoint</Application>
  <PresentationFormat>On-screen Show (16:9)</PresentationFormat>
  <Paragraphs>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Segoe UI</vt:lpstr>
      <vt:lpstr>Segoe UI Black</vt:lpstr>
      <vt:lpstr>Segoe UI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Shankar Hunnur</cp:lastModifiedBy>
  <cp:revision>12</cp:revision>
  <dcterms:created xsi:type="dcterms:W3CDTF">2026-05-27T15:06:34Z</dcterms:created>
  <dcterms:modified xsi:type="dcterms:W3CDTF">2026-05-27T15:22:32Z</dcterms:modified>
</cp:coreProperties>
</file>